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5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Refund Radar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1503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Proactive AI-Powered Dispute Resolution for Failed Transactions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4911480"/>
            <a:ext cx="13042821" cy="35957"/>
          </a:xfrm>
          <a:prstGeom prst="rect">
            <a:avLst/>
          </a:prstGeom>
          <a:solidFill>
            <a:srgbClr val="66666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5202555"/>
            <a:ext cx="1430179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6" name="Text 4"/>
          <p:cNvSpPr/>
          <p:nvPr/>
        </p:nvSpPr>
        <p:spPr>
          <a:xfrm>
            <a:off x="929878" y="5270540"/>
            <a:ext cx="11580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ZENITH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57195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4140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Aditya Raj · Chaitanya Chopra · Harshit Malhotra · Sourav Kumar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165"/>
            <a:ext cx="99210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Platform Interface — Inspired by Paytm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15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Refund Radar is built on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familiar, trust-inspiring UI language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mirrors Paytm's design system — ensuring zero learning curve for existing users. The main dashboard surfaces everything that matters at a glance.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37679"/>
            <a:ext cx="5930027" cy="312943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372" y="3337679"/>
            <a:ext cx="5959673" cy="31306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35372" y="6723459"/>
            <a:ext cx="61087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991"/>
            <a:ext cx="91243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How It Works — Payment 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93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transaction on Refund Radar follows a structured, observable flow — from initiation to resolution. The system supports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UPI, Wallet, and Card payments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with real-time status tracking built into every step.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303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any transaction enters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"Pending" state beyond the defined threshold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Refund Radar automatically flags it and activates the AI dispute pipeline — no user action required.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066461"/>
            <a:ext cx="6108740" cy="32209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552" y="4066461"/>
            <a:ext cx="6033849" cy="31812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4866" y="468749"/>
            <a:ext cx="7807762" cy="5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Meet Refund Radar — Your AI Dispute Agent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84866" y="1014889"/>
            <a:ext cx="504670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i="1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"No more chasing. No more waiting. No more confusion."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784866" y="1435179"/>
            <a:ext cx="11060668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Refund Radar AI chatbot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embedded directly inside the transaction experience. The moment a failed or pending transaction is detected, it proactively opens a conversation — no user needs to search for help.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866" y="2000012"/>
            <a:ext cx="110606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994" y="514469"/>
            <a:ext cx="8662868" cy="58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Beyond Refunds — A Full-Service Platform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04994" y="1399342"/>
            <a:ext cx="12820293" cy="540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Refund Radar is more than a dispute tool. It's a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service layer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bringing travel, support, and help into a single, cohesive experience — all powered by the same trusted AI backbone.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994" y="2282547"/>
            <a:ext cx="2599730" cy="4446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4994" y="6900386"/>
            <a:ext cx="2599730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4994" y="7307699"/>
            <a:ext cx="2599730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asked queries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496" y="2282547"/>
            <a:ext cx="1953816" cy="36726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65496" y="6126361"/>
            <a:ext cx="3090743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965496" y="6533674"/>
            <a:ext cx="3090743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Lodging a Complaint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011" y="2282547"/>
            <a:ext cx="1953816" cy="3662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17011" y="6116479"/>
            <a:ext cx="3125272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517011" y="6523792"/>
            <a:ext cx="3125272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 of Complaint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054" y="2282547"/>
            <a:ext cx="1929289" cy="36776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03054" y="6131362"/>
            <a:ext cx="264485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103054" y="6538674"/>
            <a:ext cx="264485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 of flight/train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5376" y="667703"/>
            <a:ext cx="5560814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Frequently Asked Questions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05376" y="1444228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Refund Radar is designed to be intuitive, but we've compiled answers to your most common queries for quick reference.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376" y="2023705"/>
            <a:ext cx="2606993" cy="443424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021" y="2023705"/>
            <a:ext cx="2476024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8021" y="6756321"/>
            <a:ext cx="650462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05376" y="7303651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platform provides 10 scrollable question sets for FAQs, where by clicking on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option , the questions will be answered. 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0652" y="1024057"/>
            <a:ext cx="7775496" cy="1221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Impact Is Direct and Measurable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70652" y="2498646"/>
            <a:ext cx="3803452" cy="1984891"/>
          </a:xfrm>
          <a:prstGeom prst="roundRect">
            <a:avLst>
              <a:gd name="adj" fmla="val 886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540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73773" y="2701766"/>
            <a:ext cx="244375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👤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For Users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73773" y="3115985"/>
            <a:ext cx="3397210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Anxiety eliminated. No banking jargon, no chasing three parties across 72 hours. Disputes handled automatically, silently, on time.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42577" y="2498646"/>
            <a:ext cx="3803571" cy="1984891"/>
          </a:xfrm>
          <a:prstGeom prst="roundRect">
            <a:avLst>
              <a:gd name="adj" fmla="val 886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540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45698" y="2701766"/>
            <a:ext cx="244375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🏦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For Paytm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45698" y="3115985"/>
            <a:ext cx="3397329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Directly strengthens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Track 1's core pillar. Higher retention, higher transaction frequency, lower churn. Trust compounds into revenue.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0652" y="4652010"/>
            <a:ext cx="7775496" cy="1402675"/>
          </a:xfrm>
          <a:prstGeom prst="roundRect">
            <a:avLst>
              <a:gd name="adj" fmla="val 1254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540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3773" y="4855131"/>
            <a:ext cx="244375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🎧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For Support Teams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73773" y="5269349"/>
            <a:ext cx="7369254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autonomous dispute = one fewer inbound ticket. At Paytm's scale, even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10% deflection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dispute volume = significant operational savings.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3903" y="6433780"/>
            <a:ext cx="7482245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"When users know a failed transaction is automatically handled — confidence compounds."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0652" y="6244233"/>
            <a:ext cx="22860" cy="961311"/>
          </a:xfrm>
          <a:prstGeom prst="rect">
            <a:avLst/>
          </a:prstGeom>
          <a:solidFill>
            <a:srgbClr val="A2B9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2026-04-03T18:14:16Z</dcterms:created>
  <dcterms:modified xsi:type="dcterms:W3CDTF">2026-04-03T18:14:16Z</dcterms:modified>
</cp:coreProperties>
</file>
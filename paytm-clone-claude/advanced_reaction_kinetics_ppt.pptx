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Reaction Kinetics in Homogeneous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Chaitanya Chopra</a:t>
            </a:r>
          </a:p>
          <a:p>
            <a:r>
              <a:t>Roll No: 25/B19/093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Reaction kinetics studies rate of reactions.</a:t>
            </a:r>
          </a:p>
          <a:p>
            <a:r>
              <a:t>Homogeneous systems: single phase.</a:t>
            </a:r>
          </a:p>
          <a:p>
            <a:r>
              <a:t>Important in bioreactors.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Rate = k[A]^n</a:t>
            </a:r>
          </a:p>
          <a:p>
            <a:r>
              <a:t>Zero, First, Second order reactions.</a:t>
            </a:r>
          </a:p>
          <a:p>
            <a:r>
              <a:t>Predicts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Graph: Rate vs Concentration</a:t>
            </a:r>
          </a:p>
        </p:txBody>
      </p:sp>
      <p:pic>
        <p:nvPicPr>
          <p:cNvPr id="3" name="Picture 2" descr="grap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Graph: Concentration vs Time</a:t>
            </a:r>
          </a:p>
        </p:txBody>
      </p:sp>
      <p:pic>
        <p:nvPicPr>
          <p:cNvPr id="3" name="Picture 2" descr="grap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Bioreactor Kinetics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&amp; CSTR reactors.</a:t>
            </a:r>
          </a:p>
          <a:p>
            <a:r>
              <a:t>Kinetics affects design and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Monod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μ = μmax * S / (Ks + S)</a:t>
            </a:r>
          </a:p>
          <a:p>
            <a:r>
              <a:t>Describes microbial growth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fermentation, enzyme reactions.</a:t>
            </a:r>
          </a:p>
          <a:p>
            <a:r>
              <a:t>Helps optimize yield.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
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Reaction Kinetics in Homogeneous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Chaitanya Chopra</a:t>
            </a:r>
          </a:p>
          <a:p>
            <a:r>
              <a:t>Roll No: 25/B19/093</a:t>
            </a:r>
          </a:p>
          <a:p>
            <a:r>
              <a:t>B.Tech Biotechnology – 1st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Reaction Kinetics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Study of reaction rates</a:t>
            </a:r>
          </a:p>
          <a:p>
            <a:r>
              <a:t>• Important in bioprocessing</a:t>
            </a:r>
          </a:p>
          <a:p>
            <a:r>
              <a:t>• Homogeneous = single phase</a:t>
            </a:r>
          </a:p>
          <a:p>
            <a:r>
              <a:t>• Factors: concentration, temperature, pH, enzymes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 Laws &amp; Reaction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Rate = k[A]^n</a:t>
            </a:r>
          </a:p>
          <a:p>
            <a:r>
              <a:t>• Zero, First, Second order reactions</a:t>
            </a:r>
          </a:p>
          <a:p>
            <a:r>
              <a:t>• Helps predict reaction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Reaction Kinetics in Bioreactors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Determines reactor efficiency</a:t>
            </a:r>
          </a:p>
          <a:p>
            <a:r>
              <a:t>• Batch &amp; CSTR reactors</a:t>
            </a:r>
          </a:p>
          <a:p>
            <a:r>
              <a:t>• Mixing &amp; temperature important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Scale-Up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Lab → Industry</a:t>
            </a:r>
          </a:p>
          <a:p>
            <a:r>
              <a:t>• Maintain reaction rate</a:t>
            </a:r>
          </a:p>
          <a:p>
            <a:r>
              <a:t>• Optimize agitation, aeration, substrate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Homogeneous vs Heterogeneous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Homogeneous: single phase</a:t>
            </a:r>
          </a:p>
          <a:p>
            <a:r>
              <a:t>• Heterogeneous: multiple phases</a:t>
            </a:r>
          </a:p>
          <a:p>
            <a:r>
              <a:t>• Important for reactor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